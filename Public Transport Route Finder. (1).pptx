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DBEDE-E26E-4825-9284-9B680E0C3506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479CA69-7D23-4FC2-A393-D8693568D094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41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DBEDE-E26E-4825-9284-9B680E0C3506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9CA69-7D23-4FC2-A393-D8693568D094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7975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DBEDE-E26E-4825-9284-9B680E0C3506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9CA69-7D23-4FC2-A393-D8693568D094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3991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DBEDE-E26E-4825-9284-9B680E0C3506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9CA69-7D23-4FC2-A393-D8693568D094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520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DBEDE-E26E-4825-9284-9B680E0C3506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9CA69-7D23-4FC2-A393-D8693568D094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5270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DBEDE-E26E-4825-9284-9B680E0C3506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9CA69-7D23-4FC2-A393-D8693568D094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6020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DBEDE-E26E-4825-9284-9B680E0C3506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9CA69-7D23-4FC2-A393-D8693568D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9504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DBEDE-E26E-4825-9284-9B680E0C3506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9CA69-7D23-4FC2-A393-D8693568D094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1407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3D6DBEDE-E26E-4825-9284-9B680E0C3506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9CA69-7D23-4FC2-A393-D8693568D094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3474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DBEDE-E26E-4825-9284-9B680E0C3506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9CA69-7D23-4FC2-A393-D8693568D094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1161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DBEDE-E26E-4825-9284-9B680E0C3506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9CA69-7D23-4FC2-A393-D8693568D094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4262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DBEDE-E26E-4825-9284-9B680E0C3506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9CA69-7D23-4FC2-A393-D8693568D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1196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6DBEDE-E26E-4825-9284-9B680E0C3506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479CA69-7D23-4FC2-A393-D8693568D094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4482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40" r:id="rId2"/>
    <p:sldLayoutId id="2147483841" r:id="rId3"/>
    <p:sldLayoutId id="2147483842" r:id="rId4"/>
    <p:sldLayoutId id="2147483843" r:id="rId5"/>
    <p:sldLayoutId id="2147483844" r:id="rId6"/>
    <p:sldLayoutId id="2147483845" r:id="rId7"/>
    <p:sldLayoutId id="2147483846" r:id="rId8"/>
    <p:sldLayoutId id="2147483847" r:id="rId9"/>
    <p:sldLayoutId id="2147483848" r:id="rId10"/>
    <p:sldLayoutId id="2147483849" r:id="rId11"/>
    <p:sldLayoutId id="214748385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E6BC1-D04F-C035-B3C6-C9CB917795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2697" y="1514224"/>
            <a:ext cx="8405949" cy="1150599"/>
          </a:xfrm>
        </p:spPr>
        <p:txBody>
          <a:bodyPr>
            <a:normAutofit fontScale="90000"/>
          </a:bodyPr>
          <a:lstStyle/>
          <a:p>
            <a:r>
              <a:rPr lang="en-US" dirty="0"/>
              <a:t>Public Transport Route Finder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9D1DAD-A58A-C5AF-CF85-ED09A77C2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22283" y="3703320"/>
            <a:ext cx="8637072" cy="2279469"/>
          </a:xfrm>
        </p:spPr>
        <p:txBody>
          <a:bodyPr>
            <a:normAutofit/>
          </a:bodyPr>
          <a:lstStyle/>
          <a:p>
            <a:r>
              <a:rPr lang="en-US" dirty="0"/>
              <a:t> 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499D3FD-C3CF-D494-A8C3-419391244A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1201151"/>
              </p:ext>
            </p:extLst>
          </p:nvPr>
        </p:nvGraphicFramePr>
        <p:xfrm>
          <a:off x="2522282" y="3703320"/>
          <a:ext cx="9018751" cy="1896198"/>
        </p:xfrm>
        <a:graphic>
          <a:graphicData uri="http://schemas.openxmlformats.org/drawingml/2006/table">
            <a:tbl>
              <a:tblPr/>
              <a:tblGrid>
                <a:gridCol w="3545833">
                  <a:extLst>
                    <a:ext uri="{9D8B030D-6E8A-4147-A177-3AD203B41FA5}">
                      <a16:colId xmlns:a16="http://schemas.microsoft.com/office/drawing/2014/main" val="4085576378"/>
                    </a:ext>
                  </a:extLst>
                </a:gridCol>
                <a:gridCol w="5472918">
                  <a:extLst>
                    <a:ext uri="{9D8B030D-6E8A-4147-A177-3AD203B41FA5}">
                      <a16:colId xmlns:a16="http://schemas.microsoft.com/office/drawing/2014/main" val="1457477398"/>
                    </a:ext>
                  </a:extLst>
                </a:gridCol>
              </a:tblGrid>
              <a:tr h="52904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2000" b="0" dirty="0">
                          <a:effectLst/>
                          <a:latin typeface="Arial" panose="020B0604020202020204" pitchFamily="34" charset="0"/>
                        </a:rPr>
                        <a:t>25A31A05DA</a:t>
                      </a:r>
                    </a:p>
                  </a:txBody>
                  <a:tcPr marL="14288" marR="14288" marT="9525" marB="9525" anchor="b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fi-FI" sz="2000" b="0" dirty="0">
                          <a:effectLst/>
                          <a:latin typeface="Arial" panose="020B0604020202020204" pitchFamily="34" charset="0"/>
                        </a:rPr>
                        <a:t>KUPPILI VENKATA NOOKA SURYA KIRAN</a:t>
                      </a:r>
                    </a:p>
                  </a:txBody>
                  <a:tcPr marL="14288" marR="14288" marT="9525" marB="9525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4780317"/>
                  </a:ext>
                </a:extLst>
              </a:tr>
              <a:tr h="555778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2000" b="0" dirty="0">
                          <a:effectLst/>
                          <a:latin typeface="Arial" panose="020B0604020202020204" pitchFamily="34" charset="0"/>
                        </a:rPr>
                        <a:t>25A31A05BL</a:t>
                      </a:r>
                    </a:p>
                  </a:txBody>
                  <a:tcPr marL="14288" marR="14288" marT="9525" marB="9525" anchor="b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2000" b="0" dirty="0">
                          <a:effectLst/>
                          <a:latin typeface="Arial" panose="020B0604020202020204" pitchFamily="34" charset="0"/>
                        </a:rPr>
                        <a:t>DOMMETI SNEHITHA</a:t>
                      </a:r>
                    </a:p>
                  </a:txBody>
                  <a:tcPr marL="14288" marR="14288" marT="9525" marB="9525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527978"/>
                  </a:ext>
                </a:extLst>
              </a:tr>
              <a:tr h="42946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2000" b="0" dirty="0">
                          <a:effectLst/>
                          <a:latin typeface="Arial" panose="020B0604020202020204" pitchFamily="34" charset="0"/>
                        </a:rPr>
                        <a:t>25A31A05DM</a:t>
                      </a:r>
                    </a:p>
                  </a:txBody>
                  <a:tcPr marL="14288" marR="14288" marT="9525" marB="9525" anchor="b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2000" b="0" dirty="0">
                          <a:effectLst/>
                          <a:latin typeface="Arial" panose="020B0604020202020204" pitchFamily="34" charset="0"/>
                        </a:rPr>
                        <a:t>PYLA DHARMIC NAGA ANJANA KUMAR</a:t>
                      </a:r>
                    </a:p>
                  </a:txBody>
                  <a:tcPr marL="14288" marR="14288" marT="9525" marB="9525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23618"/>
                  </a:ext>
                </a:extLst>
              </a:tr>
              <a:tr h="38191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2000" b="0" dirty="0">
                          <a:effectLst/>
                          <a:latin typeface="Arial" panose="020B0604020202020204" pitchFamily="34" charset="0"/>
                        </a:rPr>
                        <a:t>25A31A05CF</a:t>
                      </a:r>
                    </a:p>
                  </a:txBody>
                  <a:tcPr marL="14288" marR="14288" marT="9525" marB="9525" anchor="b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2000" b="0" dirty="0">
                          <a:effectLst/>
                          <a:latin typeface="Arial" panose="020B0604020202020204" pitchFamily="34" charset="0"/>
                        </a:rPr>
                        <a:t>PRAGALLAPATI SATYA SREE</a:t>
                      </a:r>
                    </a:p>
                  </a:txBody>
                  <a:tcPr marL="14288" marR="14288" marT="9525" marB="9525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105899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09A8620-36D6-D71A-EFE0-6A1D8B2B2E3B}"/>
              </a:ext>
            </a:extLst>
          </p:cNvPr>
          <p:cNvSpPr txBox="1"/>
          <p:nvPr/>
        </p:nvSpPr>
        <p:spPr>
          <a:xfrm>
            <a:off x="3050177" y="6019052"/>
            <a:ext cx="7726680" cy="838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Branch &amp; Year-I CSE C</a:t>
            </a:r>
            <a:endParaRPr lang="en-IN" sz="18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College Name: PEC (A) </a:t>
            </a:r>
            <a:r>
              <a:rPr lang="en-US" sz="18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Surampalem</a:t>
            </a:r>
            <a:endParaRPr lang="en-IN" sz="18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00536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62000"/>
            <a:lum/>
          </a:blip>
          <a:srcRect/>
          <a:stretch>
            <a:fillRect l="2000" r="-8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9EAF7-993B-9060-23EF-5B8D893D1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2" y="797262"/>
            <a:ext cx="9603275" cy="932841"/>
          </a:xfrm>
        </p:spPr>
        <p:txBody>
          <a:bodyPr>
            <a:normAutofit fontScale="90000"/>
          </a:bodyPr>
          <a:lstStyle/>
          <a:p>
            <a:r>
              <a:rPr lang="en-IN" sz="4800" b="1" dirty="0"/>
              <a:t>Objective of the Project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E74EA3B-F44A-1E63-1EB0-80BBA9638798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744962" y="2077386"/>
            <a:ext cx="11236794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3200" dirty="0"/>
              <a:t>To find the shortest route between two stations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apply graph concepts to a real-world problem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implement Dijkstra’s and A* algorithms in C++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reduce time and effort in route selection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understand how pathfinding works in navigation systems </a:t>
            </a:r>
          </a:p>
        </p:txBody>
      </p:sp>
    </p:spTree>
    <p:extLst>
      <p:ext uri="{BB962C8B-B14F-4D97-AF65-F5344CB8AC3E}">
        <p14:creationId xmlns:p14="http://schemas.microsoft.com/office/powerpoint/2010/main" val="9883259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62000"/>
            <a:lum/>
          </a:blip>
          <a:srcRect/>
          <a:stretch>
            <a:fillRect l="-9000" r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BBE1C-8C22-27FD-58E5-A007E0FF0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dirty="0"/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44E7D16-EBAC-F6E5-C99D-5ABBA550FD32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887647" y="2262527"/>
            <a:ext cx="10666449" cy="2332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2800" b="1" dirty="0"/>
              <a:t>🔴 Limitations of Existing System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route selection is inefficient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Difficult to find shortest path in large networks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Time-consuming and error-prone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optimized way to compare multiple routes </a:t>
            </a:r>
          </a:p>
        </p:txBody>
      </p:sp>
    </p:spTree>
    <p:extLst>
      <p:ext uri="{BB962C8B-B14F-4D97-AF65-F5344CB8AC3E}">
        <p14:creationId xmlns:p14="http://schemas.microsoft.com/office/powerpoint/2010/main" val="2469022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B7AE6-8047-141F-924B-B70E7703E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9600" dirty="0"/>
              <a:t>THANK YOU</a:t>
            </a:r>
            <a:endParaRPr lang="en-IN" sz="9600" dirty="0"/>
          </a:p>
        </p:txBody>
      </p:sp>
    </p:spTree>
    <p:extLst>
      <p:ext uri="{BB962C8B-B14F-4D97-AF65-F5344CB8AC3E}">
        <p14:creationId xmlns:p14="http://schemas.microsoft.com/office/powerpoint/2010/main" val="84004533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86</TotalTime>
  <Words>116</Words>
  <Application>Microsoft Office PowerPoint</Application>
  <PresentationFormat>Widescreen</PresentationFormat>
  <Paragraphs>25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Gill Sans MT</vt:lpstr>
      <vt:lpstr>Gallery</vt:lpstr>
      <vt:lpstr>Public Transport Route Finder</vt:lpstr>
      <vt:lpstr>Objective of the Project </vt:lpstr>
      <vt:lpstr>Problem Statement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25cse022</dc:creator>
  <cp:lastModifiedBy>25cse022</cp:lastModifiedBy>
  <cp:revision>2</cp:revision>
  <dcterms:created xsi:type="dcterms:W3CDTF">2026-03-29T07:41:21Z</dcterms:created>
  <dcterms:modified xsi:type="dcterms:W3CDTF">2026-04-01T16:24:25Z</dcterms:modified>
</cp:coreProperties>
</file>